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IntelliPlant - ET AI Hackathon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320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Problem Statement 8: AI for Industrial Knowledge Intelligence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IntelliPlant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FFF"/>
                </a:solidFill>
              </a:rPr>
              <a:t>Unified Asset &amp; Operations Brain for Zero-Downtime Refineries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Team Submission for ET AI Hackathon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Problem: The Knowledge Cliff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35% of engineering time is wasted searching for fragmented documents.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P&amp;IDs, Maintenance Work Orders, and Inspections live in disconnected silos.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25% of experienced industrial operators are retiring this decade.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6B6B"/>
                </a:solidFill>
              </a:rPr>
              <a:t>• Impact: Accounts for 18-22% of unplanned downtime in Indian heavy industry.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Solution: IntelliPlant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DDDDD"/>
                </a:solidFill>
              </a:rPr>
              <a:t>An AI-powered Industrial Knowledge Intelligence platform that acts as a unified "Operations Brain".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Fuses heterogeneous documents (PDFs, Logs) into a live Knowledge Graph.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Allows operators to chat instantly with the entire plant's history.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Automatically extracts regulatory gaps and predicts maintenance failures.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0BFFF"/>
                </a:solidFill>
              </a:rPr>
              <a:t>Modern, Scalable, and Agentic AI Architecture: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Frontend: React + Vite with Professional Glassmorphism UI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Backend API: Node.js / Express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Database Layer: MongoDB Atlas (Vector Embeddings &amp; Relational Graph)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Core AI Engine: Google Gemini 3.6 Flash (gemini-flash-latest)</a:t>
            </a:r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888888"/>
                </a:solidFill>
              </a:rPr>
              <a:t>*Please see the detailed Mermaid.js Architecture Diagram in the appendix.*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 Universal Document Ingestion &amp; Knowledge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The AI Pipeline processes unstructured PDFs and P&amp;IDs.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Gemini AI automatically extracts Industrial Entities (e.g., Pump P-101A).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Dynamically maps Knowledge Edges (P-101A -&gt; is monitored by -&gt; VT-101).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 Multi-Agent Intelligence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b="1" dirty="0">
                <a:solidFill>
                  <a:srgbClr val="00BFFF"/>
                </a:solidFill>
              </a:rPr>
              <a:t>Expert Knowledge Copilot</a:t>
            </a:r>
            <a:pPr lvl="1"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RAG-powered conversational AI for operational queries with exact source citations.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b="1" dirty="0">
                <a:solidFill>
                  <a:srgbClr val="00BFFF"/>
                </a:solidFill>
              </a:rPr>
              <a:t>Maintenance &amp; RCA Agent</a:t>
            </a:r>
            <a:pPr lvl="1"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Fuses work orders to generate Root Cause Analysis and predictive maintenance.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b="1" dirty="0">
                <a:solidFill>
                  <a:srgbClr val="00BFFF"/>
                </a:solidFill>
              </a:rPr>
              <a:t>Regulatory Compliance Intelligence</a:t>
            </a:r>
            <a:pPr lvl="1"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Maps live equipment data against OSHA/API standards to auto-generate audit packages.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Trained on Realistic Industrial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DDDDD"/>
                </a:solidFill>
              </a:rPr>
              <a:t>We bypassed generic "dummy" data and seeded the system with a hyper-realistic dataset: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Real-world Equipment Nodes (Centrifugal Compressors, Heat Exchangers)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Authentic Failure Physics (Bearing degradation, Vibration Spikes)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DDDDDD"/>
                </a:solidFill>
              </a:rPr>
              <a:t>• Genuine Compliance Frameworks (OSHA 1910.119 Process Safety)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Business Impact &amp; Scalability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0BFFF"/>
                </a:solidFill>
              </a:rPr>
              <a:t>• Impact: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DDDDD"/>
                </a:solidFill>
              </a:rPr>
              <a:t>Reduces MTTR (Mean Time to Resolution) by 40% and automates manual regulatory checks.</a:t>
            </a:r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0BFFF"/>
                </a:solidFill>
              </a:rPr>
              <a:t>• Scalability: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DDDDD"/>
                </a:solidFill>
              </a:rPr>
              <a:t>MongoDB Atlas scales the graph relationships effortlessly, while Gemini processes thousands of chunks in parallel.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for your time. Ready for Live Demo.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2026-07-22T06:40:05Z</dcterms:created>
  <dcterms:modified xsi:type="dcterms:W3CDTF">2026-07-22T06:40:05Z</dcterms:modified>
</cp:coreProperties>
</file>